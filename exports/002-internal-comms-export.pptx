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内部沟通到多格式导出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EA8A7"/>
                </a:solidFill>
              </a:rPr>
              <a:t>完整工作流 SOP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Claude Code 技能自动化实践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6"/>
                </a:solidFill>
              </a:rPr>
              <a:t>文档编号: 002 | 2025-12-28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通过 Claude Code 技能组合，实现内部沟通材料的自动化生成和多格式导出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生成更新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/internal-comms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生成 3P 更新（Progress/Plans/Problems）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创建 PPT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/pptx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转换为 PowerPoint 演示文稿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生成 PDF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/pdf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转换为 PDF 文档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生成 Word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/docx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转换为 Word 文档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团队通知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Telegram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推送更新摘要到团队群组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什么是 3P 更新？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3P 更新是简洁的项目状态汇报格式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2286000"/>
          </a:xfrm>
          <a:prstGeom prst="roundRect">
            <a:avLst/>
          </a:prstGeom>
          <a:solidFill>
            <a:srgbClr val="5EA8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Progress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本周完成了什么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60320" cy="22860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下周要做什么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560320" cy="2286000"/>
          </a:xfrm>
          <a:prstGeom prst="roundRect">
            <a:avLst/>
          </a:prstGeom>
          <a:solidFill>
            <a:srgbClr val="FE4447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当前遇到的阻塞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适用于：领导层汇报 · 跨团队同步 · 利益相关方沟通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示例：NotebookLM 项目 3P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📓 NotebookLM 集成助手团队 (2025-12-23 ~ 2025-12-28)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A8A7"/>
                </a:solidFill>
              </a:rPr>
              <a:t>Progress: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完成 PRD 撰写，创建 Notion 项目页面和 8 个任务，完成 Telegram 通知配置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Plans: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启动认证模块开发，完成 Patchright 浏览器自动化框架搭建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4447"/>
                </a:solidFill>
              </a:rPr>
              <a:t>Problems: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无阻塞项，当前进度符合预期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118872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里程碑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状态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备注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PRD 撰写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✅ 完成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/doc-coauthoring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Notion 任务创建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✅ 完成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/notion-spec-to-implementation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团队通知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✅ 完成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Telegram Bot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多格式文档导出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011680"/>
          </a:xfrm>
          <a:prstGeom prst="roundRect">
            <a:avLst/>
          </a:prstGeom>
          <a:solidFill>
            <a:srgbClr val="D354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/pptx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PowerPoint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pptxgenjs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自动设计配色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支持图表表格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011680"/>
          </a:xfrm>
          <a:prstGeom prst="round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/pdf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PDF 文档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reportlab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支持中文字体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适合正式存档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2011680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/docx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Word 文档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docx-js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保留格式结构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可进一步编辑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一份内容 → 多种格式 → 满足不同场景需求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Telegram 通知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推送 3P 更新摘要到团队群组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56032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📓 NotebookLM 集成助手 - 周报更新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📅 2025-12-23 ~ 2025-12-28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✅ Progress: 完成 PRD、Notion 任务、通知配置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📋 Plans: 认证模块开发、浏览器自动化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⚠️ Problems: 无阻塞项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📎 附件已生成: PPT / PDF / Word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支持 Markdown 格式 · 支持发送文件附件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工作流总结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0116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步骤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技能/工具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输入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输出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1. 生成更新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/internal-comms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项目信息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Markdown 3P 更新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2. 创建 PPT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/pptx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3P 更新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.pptx 文件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3. 创建 PDF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/pdf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3P 更新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.pdf 文件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4. 创建 Word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/docx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3P 更新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.docx 文件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5. 通知团队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Telegram 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摘要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消息推送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A7"/>
                </a:solidFill>
              </a:rPr>
              <a:t>/internal-comms → /pptx → /pdf → /docx → Telegram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与 001 的关系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</a:rPr>
              <a:t>两个工作流构成完整的项目管理闭环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3716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001 需求阶段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A8A7"/>
                </a:solidFill>
              </a:rPr>
              <a:t>PRD → Notion 任务 → 通知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A8A7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3657600" cy="1371600"/>
          </a:xfrm>
          <a:prstGeom prst="roundRect">
            <a:avLst/>
          </a:prstGeom>
          <a:solidFill>
            <a:srgbClr val="5EA8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002 执行阶段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3P 更新 → 文档导出 → 通知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需求收集 → 任务拆解 → 进度跟踪 → 状态汇报 → 多格式分发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x Web3 编程白皮书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bitking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文档编号: 002 | 标签: Claude Code · 内部沟通 · 文档导出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内部沟通到多格式导出：完整工作流 SOP</dc:title>
  <dc:subject>PptxGenJS Presentation</dc:subject>
  <dc:creator>AI x Web3 编程白皮书</dc:creator>
  <cp:lastModifiedBy>AI x Web3 编程白皮书</cp:lastModifiedBy>
  <cp:revision>1</cp:revision>
  <dcterms:created xsi:type="dcterms:W3CDTF">2025-12-28T16:22:04Z</dcterms:created>
  <dcterms:modified xsi:type="dcterms:W3CDTF">2025-12-28T16:22:04Z</dcterms:modified>
</cp:coreProperties>
</file>