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5EA8A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需求到任务到通知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EA8A7"/>
                </a:solidFill>
              </a:rPr>
              <a:t>完整工作流 SOP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B7B8"/>
                </a:solidFill>
              </a:rPr>
              <a:t>Claude Code 技能自动化实践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概述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5EA8A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/doc-coauthoring → /notion-spec-to-implementation → Telegram 通知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8229600" cy="2286000"/>
        </p:xfrm>
        <a:graphic>
          <a:graphicData uri="http://schemas.openxmlformats.org/drawingml/2006/table">
            <a:tbl>
              <a:tblPr/>
              <a:tblGrid>
                <a:gridCol w="1828800"/>
                <a:gridCol w="2743200"/>
                <a:gridCol w="3657600"/>
              </a:tblGrid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步骤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A8A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技能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A8A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说明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A8A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1. PRD 撰写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/doc-coauthoring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引导式文档协作，生成结构化 PRD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2. 任务创建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/notion-spec-to-implementation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解析 PRD，自动创建 Notion 项目和任务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3. 团队通知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Telegram Bot API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推送任务摘要到团队群组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Part 1: 配置 Notion MCP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A8A7"/>
                </a:solidFill>
              </a:rPr>
              <a:t>环境配置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8404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</a:rPr>
              <a:t>1. 获取 Notion API Token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573"/>
                </a:solidFill>
              </a:rPr>
              <a:t>• 访问 Notion Integrations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66573"/>
                </a:solidFill>
              </a:rPr>
              <a:t>• 创建新集成并复制 Token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097280"/>
            <a:ext cx="38404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188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</a:rPr>
              <a:t>2. 添加 MCP 服务器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0" y="1554480"/>
            <a:ext cx="3474720" cy="1005840"/>
          </a:xfrm>
          <a:prstGeom prst="roundRect">
            <a:avLst>
              <a:gd name="adj" fmla="val 4545"/>
            </a:avLst>
          </a:prstGeom>
          <a:solidFill>
            <a:srgbClr val="2E4053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0" y="16459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A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mcp add notion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EA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-e NOTION_TOKEN=xxx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EA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 npx -y @notionhq/notion-mcp-server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3840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0175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</a:rPr>
              <a:t>3. 验证连接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3383280"/>
            <a:ext cx="3474720" cy="365760"/>
          </a:xfrm>
          <a:prstGeom prst="roundRect">
            <a:avLst>
              <a:gd name="adj" fmla="val 12500"/>
            </a:avLst>
          </a:prstGeom>
          <a:solidFill>
            <a:srgbClr val="2E4053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456432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A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mcp list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8404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</a:rPr>
              <a:t>预期: notion - Connected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46320" y="2926080"/>
            <a:ext cx="3840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30175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</a:rPr>
              <a:t>4. 授权页面访问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0" y="338328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573"/>
                </a:solidFill>
              </a:rPr>
              <a:t>• 打开 Notion 页面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66573"/>
                </a:solidFill>
              </a:rPr>
              <a:t>• 点击 ··· → Connections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66573"/>
                </a:solidFill>
              </a:rPr>
              <a:t>• 选择你的集成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Part 1: 配置 Telegram Bot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A8A7"/>
                </a:solidFill>
              </a:rPr>
              <a:t>环境配置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8404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</a:rPr>
              <a:t>1. 创建 Bot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573"/>
                </a:solidFill>
              </a:rPr>
              <a:t>• 在 Telegram 搜索 @BotFather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66573"/>
                </a:solidFill>
              </a:rPr>
              <a:t>• 发送 /newbot 按提示操作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66573"/>
                </a:solidFill>
              </a:rPr>
              <a:t>• 保存获取的 Bot Token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097280"/>
            <a:ext cx="38404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188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</a:rPr>
              <a:t>2. 获取 Chat ID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0" y="1554480"/>
            <a:ext cx="3474720" cy="548640"/>
          </a:xfrm>
          <a:prstGeom prst="roundRect">
            <a:avLst>
              <a:gd name="adj" fmla="val 8333"/>
            </a:avLst>
          </a:prstGeom>
          <a:solidFill>
            <a:srgbClr val="2E4053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0" y="162763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A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"https://api.telegram.org/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EA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bot$TOKEN/getUpdates"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0" y="21945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</a:rPr>
              <a:t>向 Bot 发送消息后调用此 API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2004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</a:rPr>
              <a:t>注意事项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5661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573"/>
                </a:solidFill>
              </a:rPr>
              <a:t>如有活跃 webhook 需先删除: curl "https://api.telegram.org/bot$TOKEN/deleteWebhook"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Part 2: 撰写 PRD 文档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A8A7"/>
                </a:solidFill>
              </a:rPr>
              <a:t>使用 /doc-coauthoring 技能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840480" cy="1097280"/>
          </a:xfrm>
          <a:prstGeom prst="roundRect">
            <a:avLst>
              <a:gd name="adj" fmla="val 8333"/>
            </a:avLst>
          </a:prstGeom>
          <a:solidFill>
            <a:srgbClr val="5EA8A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80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/doc-coauthoring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引导式文档协作技能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38404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4688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</a:rPr>
              <a:t>调用方式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83464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573"/>
                </a:solidFill>
              </a:rPr>
              <a:t>1. 输入: /doc-coauthoring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66573"/>
                </a:solidFill>
              </a:rPr>
              <a:t>2. 描述你要写的 PRD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66573"/>
                </a:solidFill>
              </a:rPr>
              <a:t>3. Claude 引导完成撰写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66573"/>
                </a:solidFill>
              </a:rPr>
              <a:t>4. 自动保存为 Markdown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1097280"/>
            <a:ext cx="384048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188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</a:rPr>
              <a:t>PRD 结构建议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155448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6573"/>
                </a:solidFill>
              </a:rPr>
              <a:t>• 产品背景与目标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66573"/>
                </a:solidFill>
              </a:rPr>
              <a:t>• 目标用户画像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66573"/>
                </a:solidFill>
              </a:rPr>
              <a:t>• 功能需求表格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66573"/>
                </a:solidFill>
              </a:rPr>
              <a:t>• 非功能需求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66573"/>
                </a:solidFill>
              </a:rPr>
              <a:t>• MVP 范围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66573"/>
                </a:solidFill>
              </a:rPr>
              <a:t>• 成功指标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Part 3: PRD 转 Notion 任务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A8A7"/>
                </a:solidFill>
              </a:rPr>
              <a:t>使用 /notion-spec-to-implementation 技能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840480" cy="914400"/>
          </a:xfrm>
          <a:prstGeom prst="roundRect">
            <a:avLst>
              <a:gd name="adj" fmla="val 10000"/>
            </a:avLst>
          </a:prstGeom>
          <a:solidFill>
            <a:srgbClr val="5EA8A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/notion-spec-to-implementation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自动解析 PRD 创建 Notion 任务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38404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2860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</a:rPr>
              <a:t>技能自动完成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65176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6573"/>
                </a:solidFill>
              </a:rPr>
              <a:t>1. 解析 PRD 文档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66573"/>
                </a:solidFill>
              </a:rPr>
              <a:t>2. 创建项目页面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66573"/>
                </a:solidFill>
              </a:rPr>
              <a:t>3. 创建任务数据库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66573"/>
                </a:solidFill>
              </a:rPr>
              <a:t>4. 批量创建任务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46320" y="1097280"/>
            <a:ext cx="384048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188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</a:rPr>
              <a:t>示例输出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0" y="1554480"/>
            <a:ext cx="3474720" cy="2377440"/>
          </a:xfrm>
          <a:prstGeom prst="roundRect">
            <a:avLst>
              <a:gd name="adj" fmla="val 1923"/>
            </a:avLst>
          </a:prstGeom>
          <a:solidFill>
            <a:srgbClr val="2E4053"/>
          </a:solidFill>
          <a:ln/>
        </p:spPr>
      </p:sp>
      <p:sp>
        <p:nvSpPr>
          <p:cNvPr id="14" name="Text 12"/>
          <p:cNvSpPr/>
          <p:nvPr/>
        </p:nvSpPr>
        <p:spPr>
          <a:xfrm>
            <a:off x="5120640" y="1645920"/>
            <a:ext cx="3291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A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正在创建 Notion 项目...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EA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项目页面已创建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EA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任务数据库已创建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EA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12 个任务已添加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EA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🔗 项目链接: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EA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https://notion.so/xxx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Part 4: Telegram 通知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A8A7"/>
                </a:solidFill>
              </a:rPr>
              <a:t>推送任务摘要到团队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84048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</a:rPr>
              <a:t>消息内容示例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3474720" cy="2377440"/>
          </a:xfrm>
          <a:prstGeom prst="roundRect">
            <a:avLst>
              <a:gd name="adj" fmla="val 1923"/>
            </a:avLst>
          </a:prstGeom>
          <a:solidFill>
            <a:srgbClr val="2E405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645920"/>
            <a:ext cx="3291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📋 项目任务已创建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📁 项目: NotebookLM 集成助手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🔗 查看 Notion: [链接]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✅ 已创建任务: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认证模块: 3 个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笔记本库: 3 个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查询模块: 2 个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📊 总计: 8 个任务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846320" y="109728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188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</a:rPr>
              <a:t>支持的格式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155448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573"/>
                </a:solidFill>
              </a:rPr>
              <a:t>*粗体* - 重要信息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66573"/>
                </a:solidFill>
              </a:rPr>
              <a:t>_斜体_ - 强调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66573"/>
                </a:solidFill>
              </a:rPr>
              <a:t>`代码` - 技术内容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66573"/>
                </a:solidFill>
              </a:rPr>
              <a:t>[文字](URL) - 链接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274320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28346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</a:rPr>
              <a:t>调用方式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32004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573"/>
                </a:solidFill>
              </a:rPr>
              <a:t>直接告诉 Claude: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66573"/>
                </a:solidFill>
              </a:rPr>
              <a:t>"把任务摘要发送到 Telegram"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Part 5: 完整工作流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5EA8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08760" y="1234440"/>
            <a:ext cx="457200" cy="457200"/>
          </a:xfrm>
          <a:prstGeom prst="ellipse">
            <a:avLst/>
          </a:prstGeom>
          <a:solidFill>
            <a:srgbClr val="5EA8A7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12801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833"/>
                </a:solidFill>
              </a:rPr>
              <a:t>/doc-coauthoring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057400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66573"/>
                </a:solidFill>
              </a:rPr>
              <a:t>撰写 PRD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09728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5EA8A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43400" y="1234440"/>
            <a:ext cx="457200" cy="457200"/>
          </a:xfrm>
          <a:prstGeom prst="ellipse">
            <a:avLst/>
          </a:prstGeom>
          <a:solidFill>
            <a:srgbClr val="5EA8A7"/>
          </a:solidFill>
          <a:ln/>
        </p:spPr>
      </p:sp>
      <p:sp>
        <p:nvSpPr>
          <p:cNvPr id="11" name="Text 9"/>
          <p:cNvSpPr/>
          <p:nvPr/>
        </p:nvSpPr>
        <p:spPr>
          <a:xfrm>
            <a:off x="4343400" y="12801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91840" y="17830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833"/>
                </a:solidFill>
              </a:rPr>
              <a:t>/notion-spec-to-impl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91840" y="2057400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66573"/>
                </a:solidFill>
              </a:rPr>
              <a:t>创建任务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09728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5EA8A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78040" y="1234440"/>
            <a:ext cx="457200" cy="457200"/>
          </a:xfrm>
          <a:prstGeom prst="ellipse">
            <a:avLst/>
          </a:prstGeom>
          <a:solidFill>
            <a:srgbClr val="5EA8A7"/>
          </a:solidFill>
          <a:ln/>
        </p:spPr>
      </p:sp>
      <p:sp>
        <p:nvSpPr>
          <p:cNvPr id="16" name="Text 14"/>
          <p:cNvSpPr/>
          <p:nvPr/>
        </p:nvSpPr>
        <p:spPr>
          <a:xfrm>
            <a:off x="7178040" y="12801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26480" y="17830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833"/>
                </a:solidFill>
              </a:rPr>
              <a:t>Telegram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26480" y="2057400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66573"/>
                </a:solidFill>
              </a:rPr>
              <a:t>团队通知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468880"/>
          <a:ext cx="8229600" cy="1645920"/>
        </p:xfrm>
        <a:graphic>
          <a:graphicData uri="http://schemas.openxmlformats.org/drawingml/2006/table">
            <a:tbl>
              <a:tblPr/>
              <a:tblGrid>
                <a:gridCol w="914400"/>
                <a:gridCol w="3657600"/>
                <a:gridCol w="36576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步骤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A8A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技能/工具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A8A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输出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A8A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/doc-coauthoring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Markdown PRD 文件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/notion-spec-to-implementation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Notion 项目 + 任务数据库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Telegram Bot API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消息推送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5EA8A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开始自动化你的工作流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828800" y="2743200"/>
            <a:ext cx="2560320" cy="548640"/>
          </a:xfrm>
          <a:prstGeom prst="roundRect">
            <a:avLst>
              <a:gd name="adj" fmla="val 50000"/>
            </a:avLst>
          </a:prstGeom>
          <a:solidFill>
            <a:srgbClr val="5EA8A7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0" y="28346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/doc-coauthoring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2743200"/>
            <a:ext cx="2560320" cy="548640"/>
          </a:xfrm>
          <a:prstGeom prst="roundRect">
            <a:avLst>
              <a:gd name="adj" fmla="val 50000"/>
            </a:avLst>
          </a:prstGeom>
          <a:solidFill>
            <a:srgbClr val="5EA8A7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28346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/notion-spec-to-impl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B7B8"/>
                </a:solidFill>
              </a:rPr>
              <a:t>AI x Web3 编程白皮书 | bitking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需求到任务到通知：完整工作流 SOP</dc:title>
  <dc:subject>Claude Code 技能自动化实践</dc:subject>
  <dc:creator>bitking</dc:creator>
  <cp:lastModifiedBy>bitking</cp:lastModifiedBy>
  <cp:revision>1</cp:revision>
  <dcterms:created xsi:type="dcterms:W3CDTF">2025-12-28T15:49:11Z</dcterms:created>
  <dcterms:modified xsi:type="dcterms:W3CDTF">2025-12-28T15:49:11Z</dcterms:modified>
</cp:coreProperties>
</file>